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26c735dbc34f69" /><Relationship Type="http://schemas.openxmlformats.org/officeDocument/2006/relationships/extended-properties" Target="/docProps/app.xml" Id="Rbc3773750f1b4887" /><Relationship Type="http://schemas.openxmlformats.org/officeDocument/2006/relationships/officeDocument" Target="/ppt/presentation.xml" Id="Ra72fc083eeaf4b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eab21792747d1"/>
  </p:sldMasterIdLst>
  <p:notesMasterIdLst>
    <p:notesMasterId xmlns:r="http://schemas.openxmlformats.org/officeDocument/2006/relationships" r:id="Rb57106bccc2d4fa8"/>
  </p:notesMasterIdLst>
  <p:sldIdLst>
    <p:sldId xmlns:r="http://schemas.openxmlformats.org/officeDocument/2006/relationships" id="256" r:id="R9a4599d3c52e4ba3"/>
    <p:sldId xmlns:r="http://schemas.openxmlformats.org/officeDocument/2006/relationships" id="257" r:id="R45b00ee21f95449b"/>
    <p:sldId xmlns:r="http://schemas.openxmlformats.org/officeDocument/2006/relationships" id="258" r:id="R8e86b76418714d67"/>
    <p:sldId xmlns:r="http://schemas.openxmlformats.org/officeDocument/2006/relationships" id="259" r:id="R00d05f5409e1473d"/>
    <p:sldId xmlns:r="http://schemas.openxmlformats.org/officeDocument/2006/relationships" id="260" r:id="R3d5f028511984997"/>
    <p:sldId xmlns:r="http://schemas.openxmlformats.org/officeDocument/2006/relationships" id="261" r:id="R59f7431f459a439a"/>
    <p:sldId xmlns:r="http://schemas.openxmlformats.org/officeDocument/2006/relationships" id="262" r:id="Rca6c3c698f6d4502"/>
    <p:sldId xmlns:r="http://schemas.openxmlformats.org/officeDocument/2006/relationships" id="263" r:id="R793052a3221347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7cf031dac04149" /><Relationship Type="http://schemas.openxmlformats.org/officeDocument/2006/relationships/slideMaster" Target="/ppt/slideMasters/slideMaster1.xml" Id="R3b6eab21792747d1" /><Relationship Type="http://schemas.openxmlformats.org/officeDocument/2006/relationships/notesMaster" Target="/ppt/notesMasters/notesMaster1.xml" Id="Rb57106bccc2d4fa8" /><Relationship Type="http://schemas.openxmlformats.org/officeDocument/2006/relationships/presProps" Target="/ppt/presProps.xml" Id="R97091986ef214698" /><Relationship Type="http://schemas.openxmlformats.org/officeDocument/2006/relationships/viewProps" Target="/ppt/viewProps.xml" Id="R38028f6a02464c2c" /><Relationship Type="http://schemas.openxmlformats.org/officeDocument/2006/relationships/tableStyles" Target="/ppt/tableStyles.xml" Id="R6ea79ea4afe64d4d" /><Relationship Type="http://schemas.openxmlformats.org/officeDocument/2006/relationships/slide" Target="/ppt/slides/slide1.xml" Id="R9a4599d3c52e4ba3" /><Relationship Type="http://schemas.openxmlformats.org/officeDocument/2006/relationships/slide" Target="/ppt/slides/slide2.xml" Id="R45b00ee21f95449b" /><Relationship Type="http://schemas.openxmlformats.org/officeDocument/2006/relationships/slide" Target="/ppt/slides/slide3.xml" Id="R8e86b76418714d67" /><Relationship Type="http://schemas.openxmlformats.org/officeDocument/2006/relationships/slide" Target="/ppt/slides/slide4.xml" Id="R00d05f5409e1473d" /><Relationship Type="http://schemas.openxmlformats.org/officeDocument/2006/relationships/slide" Target="/ppt/slides/slide5.xml" Id="R3d5f028511984997" /><Relationship Type="http://schemas.openxmlformats.org/officeDocument/2006/relationships/slide" Target="/ppt/slides/slide6.xml" Id="R59f7431f459a439a" /><Relationship Type="http://schemas.openxmlformats.org/officeDocument/2006/relationships/slide" Target="/ppt/slides/slide7.xml" Id="Rca6c3c698f6d4502" /><Relationship Type="http://schemas.openxmlformats.org/officeDocument/2006/relationships/slide" Target="/ppt/slides/slide8.xml" Id="R793052a3221347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2456d51f284c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28d1e38e44db6" /><Relationship Type="http://schemas.openxmlformats.org/officeDocument/2006/relationships/notesMaster" Target="/ppt/notesMasters/notesMaster1.xml" Id="R3504f84a034641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cf44c7ae684b10" /><Relationship Type="http://schemas.openxmlformats.org/officeDocument/2006/relationships/notesMaster" Target="/ppt/notesMasters/notesMaster1.xml" Id="R8e7c1f68c40748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f4d223f8724213" /><Relationship Type="http://schemas.openxmlformats.org/officeDocument/2006/relationships/notesMaster" Target="/ppt/notesMasters/notesMaster1.xml" Id="Rb599d2249e4347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ef5203109f4037" /><Relationship Type="http://schemas.openxmlformats.org/officeDocument/2006/relationships/notesMaster" Target="/ppt/notesMasters/notesMaster1.xml" Id="R58055ab8828d4c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d9471ffaeb4017" /><Relationship Type="http://schemas.openxmlformats.org/officeDocument/2006/relationships/notesMaster" Target="/ppt/notesMasters/notesMaster1.xml" Id="R1c3e4f6b1a3148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0bcd6ea51e43a8" /><Relationship Type="http://schemas.openxmlformats.org/officeDocument/2006/relationships/notesMaster" Target="/ppt/notesMasters/notesMaster1.xml" Id="R0a66aa199368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ca99855a664067" /><Relationship Type="http://schemas.openxmlformats.org/officeDocument/2006/relationships/notesMaster" Target="/ppt/notesMasters/notesMaster1.xml" Id="R3c4cfde9f66e42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69a65682e1499f" /><Relationship Type="http://schemas.openxmlformats.org/officeDocument/2006/relationships/notesMaster" Target="/ppt/notesMasters/notesMaster1.xml" Id="R7bb5bb6cab47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ab0adce9342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502c842f834fa1" /><Relationship Type="http://schemas.openxmlformats.org/officeDocument/2006/relationships/slideLayout" Target="/ppt/slideLayouts/slideLayout1.xml" Id="R4e9d573a23bf43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d573a23bf43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49ea244ca48f0" /><Relationship Type="http://schemas.openxmlformats.org/officeDocument/2006/relationships/notesSlide" Target="/ppt/notesSlides/notesSlide1.xml" Id="Rfb419018ba994d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ae939b6074b99" /><Relationship Type="http://schemas.openxmlformats.org/officeDocument/2006/relationships/notesSlide" Target="/ppt/notesSlides/notesSlide2.xml" Id="R6e34d66f2ea2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9e5245470473f" /><Relationship Type="http://schemas.openxmlformats.org/officeDocument/2006/relationships/notesSlide" Target="/ppt/notesSlides/notesSlide3.xml" Id="R57aff4969a9546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e684fd4e04c01" /><Relationship Type="http://schemas.openxmlformats.org/officeDocument/2006/relationships/notesSlide" Target="/ppt/notesSlides/notesSlide4.xml" Id="R3303e33dcff74a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81d959a0340a7" /><Relationship Type="http://schemas.openxmlformats.org/officeDocument/2006/relationships/notesSlide" Target="/ppt/notesSlides/notesSlide5.xml" Id="Rc21f176b2feb43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9c5af20e145de" /><Relationship Type="http://schemas.openxmlformats.org/officeDocument/2006/relationships/notesSlide" Target="/ppt/notesSlides/notesSlide6.xml" Id="Rae640cd49ad543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f82821a0641cf" /><Relationship Type="http://schemas.openxmlformats.org/officeDocument/2006/relationships/notesSlide" Target="/ppt/notesSlides/notesSlide7.xml" Id="R1db22e4b0ed74a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7d6d5f1764bf3" /><Relationship Type="http://schemas.openxmlformats.org/officeDocument/2006/relationships/notesSlide" Target="/ppt/notesSlides/notesSlide8.xml" Id="R2ee464491dba45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6CF530-8F3F-4473-9C82-B0DC71DD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C7D41-1C3C-445C-96FE-BF616A1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74E51-9520-4769-B441-D6F45B67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PORTFOLIO / SCLAS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17BAA-C50F-4413-8600-099D479D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38250"/>
            <a:ext cx="7905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34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해저 케이블 CAE 자동화 GUI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78AD2-F3A1-439C-A662-E1C18223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819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Abaqus를 숨겨진 해석 엔진으로 연결하는 AI-assisted engineering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53954-BE3E-4EB2-8A99-B8997DF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047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48216D-CEA6-4319-AF95-42B86911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2875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GUI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2440A-2066-4980-A80F-D32B568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047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Abaqus</a:t>
            </a:r>
          </a:p>
          <a:p xmlns:a="http://schemas.openxmlformats.org/drawingml/2006/main">
            <a:r>
              <a:rPr sz="14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CAE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FB25E7-0728-4ECF-A729-D4E1767F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3B00D-3F1E-4AAD-8885-AD06F2C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914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조선해양공학 도메인 지식 + Python GUI + Abaqus 자동화 + 검증/문서화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2CAA0-3400-47DF-B32A-B823719B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7810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SCLAS Cable Analysis / 2026 CAE competition portfolio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AC0DF-460C-4595-A2B6-4C03690B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8102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054056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41AA3E-DAD6-4619-BE11-82E6E44A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771FC-51F8-4101-B5AE-2657965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BD897-C0DF-4E4D-A98D-3CFE777C9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CEF55-26F0-4180-8C36-6C37B040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해저 케이블 CAE는 반복 작업이 병목이다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297E0-885F-4AC7-8F23-8717F81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대회 작품은 해석 자체뿐 아니라 재현 가능한 운영 흐름을 보여줘야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D2B06-E68B-4DE9-B1B5-AC17CCB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669E5-AD46-4794-B9ED-564723CF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5869C-D5D0-4CCB-B9EC-C6D97529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63114-62A9-4475-BA65-0173DD7E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케이블 형상, 재료, 경계조건이 매번 달라짐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289F7-023D-4BF8-8D20-C1400776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431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AAE1D-9E8C-4D8D-AC26-F868258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14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해석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7319C-6653-42B0-9B8C-EA4F75F8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 모델 생성과 실행 절차가 수동화되기 쉬움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6222F-4D83-48C8-99AC-0D4BB635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431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D754E-96C1-4CDE-8FEE-A64046D9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14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13DAD-3164-4F29-9C23-299711BE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CSV, 이미지, ODB 요약이 흩어지면 검증이 어려움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EC3FC-7210-4115-9A47-04F88B3C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E2C72-272C-4338-B781-C8DE6386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전달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667997-1F83-4EE0-8416-820BF627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956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팀원이 같은 결과를 재현하기 위한 문서가 필요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1FE83-F861-4408-81BE-E5BFACE2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9563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EAE35-DA84-4561-9F72-01BC557D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8736D-51FE-4F4C-86AE-2DDBE21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핵심 문제 정의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CA438-86D4-431F-980B-7FCB196F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GUI만 조작해도 입력 생성, Abaqus 실행, 결과 수집, 요약 표시, 팀 전달 문서까지 이어지는 하나의 분석 제품으로 만들어야 한다.</a:t>
            </a:r>
          </a:p>
        </p:txBody>
      </p:sp>
    </p:spTree>
    <p:extLst>
      <p:ext uri="{BB962C8B-B14F-4D97-AF65-F5344CB8AC3E}">
        <p14:creationId xmlns:p14="http://schemas.microsoft.com/office/powerpoint/2010/main" val="427305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91EF3-10CA-42C5-A838-041CE66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A790-0B36-4940-A9DA-C3018F57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01E4E-696A-4F04-A1D7-8C93295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B52A7-95FC-40A8-B7AD-4B5EB7C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GUI와 Abaqus를 느슨하게 연결한 해석 파이프라인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A66991-9323-4683-B69A-A55C4986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사용자는 GUI를 만지고, 백엔드는 job 폴더와 명확한 결과 계약으로 움직인다.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1C368-8FA3-45D4-A314-E2D9E2A1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FECB4-6FED-40FD-A19A-7CC7FA03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D1B27-2F02-4047-B0EF-4A6F4B1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1. GUI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D57FF-0436-4D81-B768-74F812E3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Python Tkinter</a:t>
            </a:r>
          </a:p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SCLAS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C1179-1F83-4F19-9F15-D465B3A7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956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9B419E-DF11-4729-A22B-61ECEF4F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384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7509A-1D10-46E0-BFDF-C5842264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75B3C6-1EBF-42B6-83FE-4A08EF7F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2. Job 패키지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40133-A962-46E3-AA9D-0DF04010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input_data.json</a:t>
            </a:r>
          </a:p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manifest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6D26F-FF0F-49AB-8465-E5D7FD8D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B94BB-7593-48ED-BB9B-6808A1FB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384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A7757-8532-4A6A-ABA2-01EE1170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1752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48458-30E0-4342-896A-5C7513E4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3. Abaqus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318E5-6D6A-4829-BB9F-2C82E2C1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242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placeholder에서</a:t>
            </a:r>
          </a:p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실제 solver로 교체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571C7-8E77-4D3B-A77E-FBDE1E60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956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38528-2FC6-436B-BF78-296E0128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384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005F1-EF1A-4652-8357-D488390B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1695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67CE9-223E-4CE9-993C-4B9827F4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390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4. 결과 계약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D087F-1E45-4385-9B7A-8D1E32B2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result_data.csv</a:t>
            </a:r>
          </a:p>
          <a:p xmlns:a="http://schemas.openxmlformats.org/drawingml/2006/main">
            <a:r>
              <a:rPr sz="90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summary.json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FFAAB6-83AA-4420-9C9C-AD1C0CE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956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8DBB19-2833-4928-9928-034D035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38475"/>
            <a:ext cx="114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1C54B-D221-417A-B649-9583F0B7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1123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38703-20D7-44BD-8308-D03C0FE3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5. 표시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39B23-E9D6-49C3-B928-2406D34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GUI 요약</a:t>
            </a:r>
          </a:p>
          <a:p xmlns:a="http://schemas.openxmlformats.org/drawingml/2006/main"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1461C-0FF9-428F-B07B-440F1ABC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981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77231-188C-41CD-9FF1-73BFA7C0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설계 의도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EBF9F-7F9A-4664-BF83-8E9A79C8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33925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Abaqus가 없어도 GUI와 데이터 계약은 검증 가능하게 만들고, Abaqus가 붙으면 같은 인터페이스로 실제 해석 결과를 표시한다.</a:t>
            </a:r>
          </a:p>
        </p:txBody>
      </p:sp>
    </p:spTree>
    <p:extLst>
      <p:ext uri="{BB962C8B-B14F-4D97-AF65-F5344CB8AC3E}">
        <p14:creationId xmlns:p14="http://schemas.microsoft.com/office/powerpoint/2010/main" val="12731375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BEAC51-EC41-406F-9018-92B58806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0708-6B5D-4E1E-AAC6-DED8E0E2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FDB151-29BF-4D91-B3D4-42D923B1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0F9B9-E7E4-4676-A91A-70359AF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현재 GitHub에 정리된 구현물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A35FA-98EB-4EFE-AFF0-5BDE3C7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포트폴리오에서 코드, 실행, 검증, 전달 문서를 한 번에 보여줄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BC30C-8895-4CFF-91DF-D65EE6E5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953F6-8A26-4959-B114-5CF8001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5AF24-2AE5-4108-B1EA-80B86211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B00D1E-917A-41AE-A9AD-C96CFF0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Windows 실행 환경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78200-B18D-422F-874A-1301ED4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Visual Studio 솔루션과 .pyproj 추가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run_sclas.bat로 GUI 실행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setup_windows.bat로 환경 복구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4B18A-6C91-4493-971F-BE0F1218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A5E4E-9C08-4884-AB1C-1D007FA8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80DB1-BE1F-4900-B41E-54D2843E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GUI 개선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2153A-64E0-4780-AAE0-9ADB90A9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code/sclas_remote_gui.py 메인화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분석 탭에 backend summary 표시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job 결과 폴더 흐름 정리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AFC83-FEAB-4643-851C-86ABD1EA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DA8B83-BE26-42B1-AA5E-410F12D5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20BC5-4D97-47E7-9B74-5785D72B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해석 백엔드 계약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247E9-2A4F-4E01-BE90-CEFBC4A3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abaqus_runner.py placeholder 검증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result_data.csv와 result_summary.json 생성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접촉면 힌트 manifest 기록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06B14C-1299-4A9E-85D3-8356E98A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878CBF-CB3A-4DCD-A3E8-17660359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87840-6F9D-4934-8056-67E7D0E6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자가 점검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6BD20C-04CC-40C7-9EB8-F2B55DF9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run_self_check.bat 추가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입력, runner, 결과 계약 자동 확인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팀원 PC에서 빠른 상태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46080E-F5F3-499C-928D-A5946C1E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433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F7BCF-BCC2-469E-AC2A-5D2F2539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4335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29BAD-97A5-4F96-98CC-08082B6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338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팀 전달 문서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4358A7-4AB4-4F18-A9BA-52F2BE09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95800"/>
            <a:ext cx="2571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한국어 인수인계 문서 작성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 backend 구현 계획 정리</a:t>
            </a:r>
          </a:p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연구 backlog 분리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DEE72-7C70-495C-B7D4-0AF68E39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43350"/>
            <a:ext cx="29908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4D5154-3A2F-456A-AADF-0A4607A3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포트폴리오 포인트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6D28BA-A8D4-430F-A5AF-F2172A1C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720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단순 GUI가 아니라 CAE 업무를 제품처럼 묶는 통합 흐름을 설계했다.</a:t>
            </a:r>
          </a:p>
        </p:txBody>
      </p:sp>
    </p:spTree>
    <p:extLst>
      <p:ext uri="{BB962C8B-B14F-4D97-AF65-F5344CB8AC3E}">
        <p14:creationId xmlns:p14="http://schemas.microsoft.com/office/powerpoint/2010/main" val="5846724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AC2F29-BAFD-4E92-98D9-639C817B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36363-F895-491F-83F2-FFD986D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2C814-00B6-4C44-8BB7-17054D6C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6C133-DB67-4DE4-BC12-6830F71D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해석 깊이는 결과 계약과 물리 모델로 확장된다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90789-268A-43DD-91FE-741D8DD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대회 완성도는 예쁜 화면보다 실제 Abaqus 백엔드로 이어지는 설계에서 나온다.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4AE8D-6DFD-4BAF-AC20-1E9FEA96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C0C27-BAA9-44F7-AC74-215BFF1D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CD7101-4F08-4A8C-B414-45708BE3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접촉/마찰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19C50-2026-4D4D-99F0-CA0B729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sheath, armor, core 계층 간 접촉면과 마찰 조건을 manifest에 남겨 실제 모델 생성 단계로 전달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1EC0E-D5E8-4815-8068-C1B8DAFF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6775F8-E7CD-443E-87DE-85E090D7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반복 굽힘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1C8EC-A542-4B9E-B794-3D2A9D4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480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해저 케이블 설치와 운용에서 중요한 cyclic bending, hysteresis loss, 응력 분포를 결과 항목으로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87154-3108-47AA-8B5D-FD407383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47900"/>
            <a:ext cx="24955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1FC1C-1621-4862-A809-244E5F6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33650"/>
            <a:ext cx="1885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ODB 후처리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00007-0D37-4E64-814E-DA84F895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1866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solidFill>
              <a:srgbClr val="FFEDD5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실제 Abaqus 실행 후 ODB에서 strain, stress, reaction force를 추출해 CSV/JSON 계약으로 GUI에 전달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679B4-5901-4923-9AF3-2A766A76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8248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5FA74-6E0F-45F5-9C9A-8B3653C9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7AF6F-2902-4D71-9E6E-AA4ABEBF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검증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A64469-80B6-4EBC-AD07-35EA549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placeholder 단계에서도 result_data.csv 생성과 summary 표시를 먼저 검증해, 실제 Abaqus 교체 시 UI와 데이터 흐름이 흔들리지 않도록 설계했다.</a:t>
            </a:r>
          </a:p>
        </p:txBody>
      </p:sp>
    </p:spTree>
    <p:extLst>
      <p:ext uri="{BB962C8B-B14F-4D97-AF65-F5344CB8AC3E}">
        <p14:creationId xmlns:p14="http://schemas.microsoft.com/office/powerpoint/2010/main" val="17565652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D5669-9049-414F-BBDF-884B0175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E05F6-4424-47FA-95E7-1B902A50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2DB73-BF18-4E3A-82DB-A7A79DA8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BF8D4-9EBD-43C6-A056-F4C872F4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내 역할은 AI를 쓰는 사람이 아니라 흐름을 지휘하는 엔지니어다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6394A-E35F-45EF-B50B-7D577E34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자연어 기반 프로그래밍은 요구사항, 검증, 도메인 판단이 붙을 때 시장 가치가 생긴다.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8196B-B31C-4AAF-929A-21383FBE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EA909-E5A2-4BF5-99C9-F94A592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43257-0BAF-4EF3-B5F3-21ECC42F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4B4DB-F143-4383-8874-8C4538D1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42B21-386A-41E8-99B7-EA581A2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62350"/>
            <a:ext cx="152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해저 케이블 CAE 업무에서 어디가 병목인지 정의하고 GUI 요구사항으로 바꿈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400679-C04A-4C06-90FC-F45A8A5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A47C0-1410-47A5-B62D-35CE30D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E6552-E9BA-4F41-81E9-F66DDFD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02. 구현 지휘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6036E-D9E9-4D0F-8C59-377C744E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코드 구조, 실행 파일, 데이터 계약, UI 개선 방향을 결정하고 AI 도구를 사용해 빠르게 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52218-1D2D-4362-AD09-11D2AF5B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A0CB0-CBC9-4288-BE08-293F4904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26E8E-40E7-490F-89C3-F4A84645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03.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8F91F-EBCB-4FE1-B677-40649016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GUI 실행, self-check, placeholder 결과 생성, Git 상태 확인으로 결과물을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F84C4-FCDA-4F0C-B6D6-2EC66784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23241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21D36-A98D-4E12-BB82-E6049845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4315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23FCA-2AA8-4EE9-A452-BFC8FEAB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04. 전달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99920-CF46-4717-B7CA-5488574F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95600"/>
            <a:ext cx="1905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보광이에게 넘길 한국어 문서와 zip, GitHub 포트폴리오 산출물을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21B32F-2DF6-4E0F-B794-DA8BFF6F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면접/대회에서의 한 줄 설명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DAA3A-F353-4CBA-9828-DE6BA75B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조선해양공학 문제를 CAE 자동화 제품으로 바꾸기 위해 AI를 활용해 요구사항, 구현, 검증, 전달까지 통합한 프로젝트입니다.</a:t>
            </a:r>
          </a:p>
        </p:txBody>
      </p:sp>
    </p:spTree>
    <p:extLst>
      <p:ext uri="{BB962C8B-B14F-4D97-AF65-F5344CB8AC3E}">
        <p14:creationId xmlns:p14="http://schemas.microsoft.com/office/powerpoint/2010/main" val="3602869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93F26-2F9D-480A-908B-E9133174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9EE1F-A416-4261-BA2F-EE7D40C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61325-E65F-4D08-B760-F7F3AE1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C4B8F-0DA2-43D4-BAFF-8AC9791E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상업성과 대회 경쟁력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57520-E5A2-49D5-B516-644213B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CAE 자동화 GUI는 연구 코드가 아니라 반복 해석을 줄이는 업무 도구로 설명할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D58DC-BD41-4EC7-8E8D-F9F28D05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D0FA6-B970-4C6F-8FD0-9C5CA737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979ED-E973-42FA-AA4F-78ADD52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F6FEB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C8CB9-A64D-4C3B-A591-8D37B172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반복 입력과 후처리 작업을 GUI 흐름으로 단축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66F168-223E-4746-861C-8F1C0857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A59A1-E3AB-45F3-A438-7CE25BAB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품질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FAB95-E55D-4919-A6F3-B85D193A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19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같은 입력에서 같은 job 구조와 결과 파일을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24E9D-95D7-46BD-96F5-12470FC9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66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44149-4A68-46E8-83A6-CA99A1D8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38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A7EA0-04C6-4723-A306-C2C41132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19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팀원이 실행, 검증, 인수인계를 같은 문서로 따라감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F7614F-99D5-4BAD-ABB2-FD6CABEE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DCFAF-7CA0-44E4-A391-C5F3088D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15803D"/>
                </a:solidFill>
                <a:latin typeface="Malgun Gothic"/>
                <a:ea typeface="Malgun Gothic"/>
                <a:cs typeface="Malgun Gothic"/>
              </a:rPr>
              <a:t>확장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B0994-05EA-4609-9F71-8C16727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1847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975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Abaqus, CFD, FSI, 설계 최적화로 확장 가능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8268F-3072-4036-AD85-DCE3470F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533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03C4F2-AA1B-47E6-A541-438C4511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AFD6A7-006D-46E9-9311-E45C5A09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411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잠재 사용자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D3B1D-6DE2-48D4-818D-583A218D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4114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해저 케이블 설계/시공사, 해상풍력 EPC, 조선해양 연구실, CAE 컨설팅 팀, 대학 실험실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FD080-19C8-45CB-94E8-8A56050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4533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A3761-D0BA-457A-ACAE-287CA071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대회에서 강한 이유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06A3C-1B14-4D56-B8EE-C318094E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863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도메인 문제, 작동하는 GUI, 검증 가능한 파일, Abaqus 백엔드 계획, 팀 전달 문서가 한 프로젝트 안에 묶여 있다.</a:t>
            </a:r>
          </a:p>
        </p:txBody>
      </p:sp>
    </p:spTree>
    <p:extLst>
      <p:ext uri="{BB962C8B-B14F-4D97-AF65-F5344CB8AC3E}">
        <p14:creationId xmlns:p14="http://schemas.microsoft.com/office/powerpoint/2010/main" val="16579909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49B391-BACE-4D92-8E39-B20E4A74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C37A4-E504-4F21-9A17-A5984797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DEFCD-A11C-491D-9E73-039076EF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  <p:txBody>
          <a:bodyPr xmlns:a="http://schemas.openxmlformats.org/drawingml/2006/main" lIns="114300" tIns="38100" rIns="114300" bIns="38100" anchor="ctr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F56EEA-619E-4042-8FD9-0F54636F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2475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다음 주부터는 실제 Abaqus 백엔드로 들어간다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BA7755-7D4F-46F2-A277-6E8C74A4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ZeroTier 원격 환경을 이용해 GUI만 만져도 해석이 돌아가는 구조를 검증한다.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2706E-DA6A-419A-9183-928B7187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666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8"/>
          </a:solidFill>
          <a:ln xmlns:a="http://schemas.openxmlformats.org/drawingml/2006/main" w="0">
            <a:solidFill>
              <a:srgbClr val="F6F2E8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D799C-F7F3-4BAC-8D06-19B711B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E89C1-0D56-4C24-BA47-BFAA1BB0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1F6F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B3106-82F8-4EAA-8E44-0A5CC6BE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1. 원격 실행 실험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B7FEF-4AAA-4992-AA55-018FDFD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ZeroTier + SSH로 Abaqus PC에 job 패키지를 보내고 runner를 실행한다.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2F246-BCF7-4E5E-B465-84FB24FB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BC85F-4DE4-404C-AA92-7D0F8A1F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669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615A9-333A-453C-A959-E59DE52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2. 실제 모델 생성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0FC38-CE1C-41EB-A425-CF24D868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1940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inp/cae 생성, mesh, contact, boundary condition을 자동 구성한다.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6A2E6-8F71-486F-99FA-E7DEA6B0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507A8-745F-4418-AE02-6D7FC1C1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3422ED-71D9-45C3-9EF1-A22D80C6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3. ODB 후처리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76C01-1AFE-4497-9B27-C1F88E53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1940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stress, strain, reaction, hysteresis proxy를 CSV/JSON으로 추출한다.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A003C-2BF1-411B-B9D6-78C98F33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9B341-1F6E-4787-AA7A-52242222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74E1D-1A38-4164-BF11-8989516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4. GUI 통합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DAC5F6-6AFB-4027-B6E5-7246E6B7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진행 상태, 에러 로그, 결과 그래프, summary panel을 한 화면에서 확인한다.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3AD97-C261-4A1C-9C31-85EF1E0B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243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9826A-5D48-4E63-9538-37F8726C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243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29749-8627-41A3-A16C-CD9BE0C7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4213D"/>
                </a:solidFill>
                <a:latin typeface="Malgun Gothic"/>
                <a:ea typeface="Malgun Gothic"/>
                <a:cs typeface="Malgun Gothic"/>
              </a:rPr>
              <a:t>5. 포트폴리오 확장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E025F-260A-4E21-8D00-25B6167A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2533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5B6472"/>
                </a:solidFill>
                <a:latin typeface="Malgun Gothic"/>
                <a:ea typeface="Malgun Gothic"/>
                <a:cs typeface="Malgun Gothic"/>
              </a:rPr>
              <a:t>PPT, README, 데모 영상, 스크린샷, 연구 노트를 GitHub에 누적한다.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B38D2A-DDE8-4EEB-B25C-4D42D886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24300"/>
            <a:ext cx="2952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61282-B730-4714-9B53-72FB378E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최종 목표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0E8D54-76DF-4C59-B414-72EE1715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5295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033"/>
          </a:solidFill>
          <a:ln xmlns:a="http://schemas.openxmlformats.org/drawingml/2006/main" w="0">
            <a:solidFill>
              <a:srgbClr val="132033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Abaqus는 완전한 백엔드가 되고, 사용자는 GUI 창만 조작해 설계안을 해석한다.</a:t>
            </a:r>
          </a:p>
        </p:txBody>
      </p:sp>
    </p:spTree>
    <p:extLst>
      <p:ext uri="{BB962C8B-B14F-4D97-AF65-F5344CB8AC3E}">
        <p14:creationId xmlns:p14="http://schemas.microsoft.com/office/powerpoint/2010/main" val="275906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2026-06-10T20:44:38.3880000Z</dcterms:created>
  <dcterms:modified xsi:type="dcterms:W3CDTF">2026-06-10T20:44:38.3890000Z</dcterms:modified>
</coreProperties>
</file>